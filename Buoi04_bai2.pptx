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3" r:id="rId14"/>
    <p:sldId id="284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84" autoAdjust="0"/>
    <p:restoredTop sz="94660"/>
  </p:normalViewPr>
  <p:slideViewPr>
    <p:cSldViewPr snapToGrid="0">
      <p:cViewPr varScale="1">
        <p:scale>
          <a:sx n="70" d="100"/>
          <a:sy n="70" d="100"/>
        </p:scale>
        <p:origin x="3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7C6814-2927-357F-7E54-4367090C0C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EED5A-2D25-E95D-33F5-8414313037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9882F-E3C0-4A42-8128-428FE9668307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34361-1032-F74A-F09A-05DDBC33FD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9A04C-3402-7DB9-5466-F31214C17C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71E9E-73A4-430E-8600-26C254765F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69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A5BDA-ECFF-4864-A012-098DBCE5D4C1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3251F-3C8E-42B2-9AAF-E584D25AB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7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3E375-F606-4A68-9FD5-61D6BFA44CB2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0855C-CFD4-4992-A724-77907D1566B8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 b="1">
                <a:latin typeface="+mj-lt"/>
              </a:defRPr>
            </a:lvl1pPr>
          </a:lstStyle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0DDB-EAA5-4CF9-BF5D-4144C833DFA4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8DCB-71C4-4D0A-9975-CEAF66A36C8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1A4B5-3391-4620-B2F5-7B4B3C63CF6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4034-043F-45D0-A4F0-236F2E6929C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4FBDC-9768-4811-A4DC-7520802CACBA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C0D84-19B5-40F1-ADF9-850F77D91701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58939-C504-45B9-88D3-670DCAB98B6D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3596D-A686-45FB-9781-19F36F29B73A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A887-05F3-49E5-8D47-0ABE32239FD4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02C5-0135-421C-BBBB-B8081AC5100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762C6-044C-4B35-A9C9-EAF43AED0E0F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431D-479D-4ED5-8623-2ACDEF6CC0E3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68DB-576E-4510-B5AD-2584C763A19E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EEC3-6883-4027-B6B9-4D1EF8246626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64CF7-9BBB-4821-8CBC-97074DEB028C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C96D18B-3BDD-4F8B-A399-9C8E46F2BE16}" type="datetime1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vi-VN" dirty="0"/>
              <a:t>Giới thiệu Đại học Cần Thơ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⁃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B5B5-5F75-F5DE-ADD3-634725DED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507" y="1600201"/>
            <a:ext cx="11308986" cy="2509213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 HỌC CẦN THƠ - QUÁ TRÌNH</a:t>
            </a:r>
            <a:br>
              <a:rPr lang="en-US" sz="5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5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HÌNH THÀNH VÀ PHÁT TRIỂN</a:t>
            </a:r>
            <a:br>
              <a:rPr lang="en-US" sz="5000" dirty="0"/>
            </a:br>
            <a:endParaRPr lang="en-US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66012-732A-AA29-088E-0F44BDA84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TS. NGUYỄN VĂN 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7891D-016F-10BF-A936-6F4A091A92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6BF024-2CC1-348F-48F3-DF5A379C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2CB51-88EC-6C80-907D-840550D9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3">
            <a:extLst>
              <a:ext uri="{FF2B5EF4-FFF2-40B4-BE49-F238E27FC236}">
                <a16:creationId xmlns:a16="http://schemas.microsoft.com/office/drawing/2014/main" id="{ED041832-BBC2-E889-E4A7-03287337322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 DUNG</a:t>
            </a:r>
            <a:endParaRPr lang="en-US" sz="32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2828EDC2-B479-EF57-61C3-B725E0D5D7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8326" y="1874520"/>
            <a:ext cx="10363826" cy="2161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THỜI KỲ VIỆN ĐẠI HỌC CẦN THƠ (1966 - 1975)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Times New Roman" pitchFamily="34" charset="-122"/>
                <a:cs typeface="Arial" panose="020B0604020202020204" pitchFamily="34" charset="0"/>
              </a:rPr>
              <a:t>ĐHCT GIAI ĐOẠN SAU NĂM 1975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518D10-FDB9-E362-468D-54200DB062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F08E5E-906C-6F14-41C5-FD558355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85BB6-6DF0-3D31-0A11-0F6BE1E9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99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463379-C3E6-BCFD-64F7-BC613DA8F5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14E940A9-980C-5749-4822-232CD6968CB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THỜI KỲ VIỆN ĐẠI HỌC CẦN THƠ (1966 - 1975)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B2E3A569-2DEC-1A19-166C-5DB3BCDB88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342900" indent="-342900">
              <a:buSzPct val="100000"/>
              <a:buChar char="●"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ĐƯỢC THÀNH LẬP NGÀY 31 THÁNG 03 NĂM 1966</a:t>
            </a:r>
            <a:endParaRPr lang="en-US" sz="3200" dirty="0"/>
          </a:p>
          <a:p>
            <a:pPr marL="342900" indent="-342900">
              <a:buSzPct val="100000"/>
              <a:buChar char="●"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VIỆN ĐẠI HỌC CẦN THƠ CÓ BỐN KHOA: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HỌC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LUẬT KHOA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HỌC XÃ HỘI, VĂN KHOA, SƯ PHẠM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CAO ĐẲNG NÔNG NGHIỆP VÀ TRUNG TÂM SINH NGỮ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D8AAE2-08C4-287A-8C28-D3BEBD36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1D7A92-FAA3-58ED-68C6-93D2F3F1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8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D103B61-9FAF-1BE8-6860-71EBFA0818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E4238477-0CA0-024C-718E-E848998EB7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THỜI KỲ VIỆN ĐẠI HỌC CẦN THƠ (1966 - 1975)</a:t>
            </a:r>
            <a:endParaRPr lang="en-US" sz="3200" dirty="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DEA470A8-5070-9B43-851F-D55DF1B944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342900" indent="-342900">
              <a:buSzPct val="100000"/>
              <a:buChar char="●"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VẬT CHẤT CỦA VIỆN ĐẠI HỌC CẦN THƠ TỌA LẠC TRÊN 4 ĐỊA ĐIỂM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TÒA VIỆN TRƯỞNG (SỐ 5, ĐẠI LỘ HOÀ BÌNH)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KHU I (ĐƯỜNG 30/4)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KHU II: (ĐƯỜNG 3/2)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KHU III: (SỐ 1, LÝ TỰ TRỌNG)</a:t>
            </a:r>
            <a:endParaRPr lang="en-US"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981B28-2353-5281-1790-82279F5B2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644AB1-FC15-E799-7CC8-2A56A307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06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76513CF6-A142-EF00-B599-9EE543FC3AC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CA2245D8-685C-61D1-86A9-2DA1EF1080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342900" indent="-342900">
              <a:buSzPct val="100000"/>
              <a:buChar char="●"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VIỆN ĐẠI HỌC CẦN THƠ ĐƯỢC ĐỔI THÀNH ĐHCT</a:t>
            </a:r>
            <a:endParaRPr lang="en-US" sz="3200" dirty="0"/>
          </a:p>
          <a:p>
            <a:pPr marL="342900" indent="-342900">
              <a:buSzPct val="100000"/>
              <a:buChar char="●"/>
            </a:pPr>
            <a:r>
              <a:rPr lang="en-US" sz="3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CẤU ĐHCT HIỆN NAY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- VIỆN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TRUNG TÂM - TRUNG TÂM ĐÀO TẠO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PHÒNG BAN CHỨC NĂNG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ĐOÀN THỂ &amp; HỘI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7D2AFE-1A54-6F86-8A88-A57510BBDC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913BAB-806C-28B1-85E8-49C5882C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C7448D-78C7-0A00-CAFD-7398B1EE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65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ADE69C25-7F9B-F60F-D0A1-BBDE078E917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E049798E-4A33-CB75-D720-0846891555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KHOA HỌC TỰ NHIÊN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NGÀY 14/1/1998, TRƯỜNG ĐHCT KHÁNH THÀNH KHOA KHOA HỌC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VẬT CHẤT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PHÒNG THÍ NGHIỆM (PTN) CHO SINH, HÓA, VẬT LÝ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PHÒNG MÁY TÍNH ĐƯỢC NỐI MẠNG VỚI NHAU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F6B2E4-CF0E-3FAA-2FA3-F1C04AE449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34A913-29B3-1CCE-E9CA-52C855A5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67F5EB-AD88-36F2-F2EE-B81CBC19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36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E88FA749-95FF-404D-B234-D3A2D2E237D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4E4D2197-DF1B-5A5D-8FAB-A051AB1B72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KHOA HỌC TỰ NHIÊN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VẬT CHẤT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VP KHOA VÀ XƯỞNG SỬA CHỮA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NĂM 2010, TRƯỜNG ĐÃ ĐẦU TƯ MỞ RỘNG KHU PTN CỦA KHOA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MỚI KHU NHÀ 3 TẦNG VỚI 22 PHÒNG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AF082F-4707-328A-3DB9-F59C99D334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7F783B-03DE-7140-A910-E54C2AFB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95CFD-0FA0-B7C3-5D1D-A800DF83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07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B4885922-8E26-E6EB-7E6D-B67A5C49749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F8DD83A5-0C47-C68B-5FA4-0831FE3706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KHOA HỌC TỰ NHIÊN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KHTN HIỆN NAY GỒM 04 BỘ MÔN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SINH HỌC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HÓA HỌC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TOÁN HỌC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VẬT LÝ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A17EB7-4D97-6B18-74FF-DC40A35FD7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B3C859-03F6-1819-BEED-15EFC3C7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1772F7-90D4-55DF-0554-12B812FA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88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A8C04074-876F-9903-6238-D7EEF1D46F0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07C5E521-EB65-9338-08FC-9EC9903ED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KHOA HỌC TỰ NHIÊN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TÁC ĐÀO TẠO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 HỌC: .....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SĐH: ....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TÁC NCKH, BÁO CÁO CHUYÊN ĐỀ: ....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TÁC ĐÀO TẠO VÀ BỒI DƯỠNG CÁN BỘ: .....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7F74F-AC7B-DB3F-B0B5-C703DC1F9D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7D6549-25B0-D86B-5ACE-4FC0C1EA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CD2F02-A68F-BEF1-AEA3-D33F29D0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9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9957F94C-9D22-454A-074E-6ACD449BF19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8F59B113-EF67-0E5A-8C07-BA036BF6D9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342900" indent="-342900">
              <a:buSzPct val="100000"/>
              <a:buChar char="●"/>
            </a:pPr>
            <a:r>
              <a:rPr lang="en-US" sz="32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KHOA CNTT &amp; TT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ĐƯỢC THÀNH LẬP NĂM 1994 TRÊN CƠ SỞ TRUNG TÂM ĐIỆN TỬ VÀ TIN HỌC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NHIỆM VỤ CỦA KHOA LÀ ĐÀO TẠO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 HỌC VÀ SAU ĐẠI HỌC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NCKH VÀ CHUYỂN GIAO CÔNG NGHỆ TRONG LĨNH VỰC CNTT&amp;TT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7E147D-0A58-BAB6-4FCB-B8F415A2D34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3F1048-9E68-4200-5B32-529340DB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5D208-8C7C-AFC9-500F-06611D50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63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FF1FC66D-324E-A95B-001D-382E1B0BF70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DF8C3290-AC92-64C6-EC36-3D0163FF78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1F6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CNTT &amp; TT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TẦM NHÌN ĐẾN NĂM 2020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ĐƠN VỊ ĐÀO TẠO VÀ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NGHIÊN CỨU KHOA HỌC VỀ CNTT&amp;TT MẠNH CỦA CẢ NƯỚC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807DB9-D7FA-5DE8-CDC9-3F3AAA1B6F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3B2CCB-D836-5D75-5695-BD4BD0CA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8545E4-1DBC-096A-0E87-22CA2DD5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718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981F2FD8-25F2-E327-B055-776504A4FFB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76FBCB22-17DE-CF0C-C14B-279F7171D4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1F6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CNTT &amp; TT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BỘ MÔN VÀ TRUNG TÂM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HỆ THỐNG THÔNG TIN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MẠNG MÁY TÍNH &amp; TRUYỀN THÔNG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CÔNG NGHỆ PHẦN MỀM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KHOA HỌC MÁY TÍNH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84688E-5980-8EC3-E2BC-F5162FD002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12B787-1039-4982-22E3-CA3920A9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655D28-E1E5-A035-54C7-028EBFE8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7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EC2B653D-1D88-D7C9-7B6C-C3B24A1A156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ĐHCT GIAI ĐOẠN SAU NĂM 1975</a:t>
            </a:r>
            <a:endParaRPr lang="en-US" sz="3200" dirty="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0346DDD5-2D7B-E0A3-555E-4B1531543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3200" b="1" dirty="0">
                <a:solidFill>
                  <a:srgbClr val="1F6F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KHOA CNTT &amp; TT</a:t>
            </a:r>
            <a:endParaRPr lang="en-US" sz="3200" dirty="0"/>
          </a:p>
          <a:p>
            <a:pPr marL="685800" lvl="1" indent="-342900">
              <a:buSzPct val="100000"/>
              <a:buChar char="-"/>
            </a:pPr>
            <a:r>
              <a:rPr lang="en-US" sz="2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BỘ MÔN VÀ TRUNG TÂM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CÔNG NGHỆ THÔNG TIN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BỘ MÔN TIN HỌC ỨNG DỤNG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 VĂN PHÒNG</a:t>
            </a:r>
            <a:endParaRPr lang="en-US" sz="3200" dirty="0"/>
          </a:p>
          <a:p>
            <a:pPr marL="1028700" lvl="2" indent="-342900">
              <a:buSzPct val="100000"/>
              <a:buChar char="+"/>
            </a:pPr>
            <a:r>
              <a:rPr lang="en-US" sz="2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TRUNG TÂM ĐIỆN TỬ &amp; TIN HỌC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67F329-1BB3-92B4-EBB9-F87ECB2FA0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7DC0E6-DBB4-4E8E-CC5B-99E62DB0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546F22-D2F9-959E-20A0-F18C33D60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73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3">
            <a:extLst>
              <a:ext uri="{FF2B5EF4-FFF2-40B4-BE49-F238E27FC236}">
                <a16:creationId xmlns:a16="http://schemas.microsoft.com/office/drawing/2014/main" id="{4DE6296D-C4DF-167C-EE0E-323E3A0B9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474749"/>
            <a:ext cx="10364451" cy="1596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CÁM ƠN SỰ CHÚ Ý CỦA QUÝ VỊ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FE1D29-658C-4C1A-A2A6-03CFDB0A97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4392" y="146303"/>
            <a:ext cx="1838397" cy="183794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4AD42B-E666-E252-F93E-7190D911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5685F-CD6F-727C-C7A6-EB24C31B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86929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203</TotalTime>
  <Words>632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Aptos</vt:lpstr>
      <vt:lpstr>Arial</vt:lpstr>
      <vt:lpstr>Times New Roman</vt:lpstr>
      <vt:lpstr>Tw Cen MT</vt:lpstr>
      <vt:lpstr>Wingdings</vt:lpstr>
      <vt:lpstr>Droplet</vt:lpstr>
      <vt:lpstr>ĐẠI HỌC CẦN THƠ - QUÁ TRÌNH  HÌNH THÀNH VÀ PHÁT TRIỂN </vt:lpstr>
      <vt:lpstr>NỘI DUNG</vt:lpstr>
      <vt:lpstr>THỜI KỲ VIỆN ĐẠI HỌC CẦN THƠ (1966 - 1975)</vt:lpstr>
      <vt:lpstr>THỜI KỲ VIỆN ĐẠI HỌC CẦN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CÁM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 Hai Vy - B2613090</dc:creator>
  <cp:lastModifiedBy>Nguyen Vy</cp:lastModifiedBy>
  <cp:revision>2</cp:revision>
  <dcterms:created xsi:type="dcterms:W3CDTF">2026-09-25T00:03:17Z</dcterms:created>
  <dcterms:modified xsi:type="dcterms:W3CDTF">2026-09-25T06:58:53Z</dcterms:modified>
</cp:coreProperties>
</file>