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9" r:id="rId5"/>
    <p:sldId id="260" r:id="rId6"/>
    <p:sldId id="261" r:id="rId7"/>
    <p:sldId id="266"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2"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32"/>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b="1">
                <a:latin typeface="Times New Roman Bold" panose="02020603050405020304" charset="0"/>
                <a:cs typeface="Times New Roman Bold" panose="02020603050405020304" charset="0"/>
              </a:defRPr>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3200" b="1" spc="200">
                <a:solidFill>
                  <a:schemeClr val="tx1"/>
                </a:solidFill>
                <a:latin typeface="Times New Roman Bold" panose="02020603050405020304" charset="0"/>
                <a:cs typeface="Times New Roman Bold" panose="0202060305040502030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a:xfrm>
            <a:off x="8877600" y="6167080"/>
            <a:ext cx="2700000" cy="316800"/>
          </a:xfrm>
        </p:spPr>
        <p:txBody>
          <a:bodyPr>
            <a:noAutofit/>
          </a:bodyPr>
          <a:lstStyle>
            <a:lvl1pPr>
              <a:defRPr sz="1800" b="1">
                <a:latin typeface="Times New Roman Bold" panose="02020603050405020304" charset="0"/>
                <a:cs typeface="Times New Roman Bold" panose="02020603050405020304" charset="0"/>
              </a:defRPr>
            </a:lvl1pPr>
          </a:lstStyle>
          <a:p>
            <a:fld id="{49AE70B2-8BF9-45C0-BB95-33D1B9D3A854}" type="slidenum">
              <a:rPr lang="en-US" smtClean="0"/>
            </a:fld>
            <a:endParaRPr lang="en-US" dirty="0" smtClean="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457200" eaLnBrk="1" fontAlgn="auto" latinLnBrk="0" hangingPunct="1">
              <a:buSzPct val="70000"/>
              <a:defRPr sz="2800" b="0"/>
            </a:lvl1pPr>
            <a:lvl2pPr marL="457200" eaLnBrk="1" fontAlgn="auto" latinLnBrk="0" hangingPunct="1">
              <a:buSzPct val="65000"/>
              <a:buFont typeface="Arial Unicode MS" panose="020B0604020202020204" charset="-122"/>
              <a:buChar char="ᅳ"/>
              <a:defRPr sz="2800" b="0"/>
            </a:lvl2pPr>
            <a:lvl3pPr marL="457200" eaLnBrk="1" fontAlgn="auto" latinLnBrk="0" hangingPunct="1">
              <a:defRPr sz="2000" b="0"/>
            </a:lvl3pPr>
            <a:lvl4pPr marL="457200" eaLnBrk="1" fontAlgn="auto" latinLnBrk="0" hangingPunct="1">
              <a:defRPr sz="1800" b="0"/>
            </a:lvl4pPr>
            <a:lvl5pPr marL="457200" eaLnBrk="1" fontAlgn="auto" latinLnBrk="0" hangingPunct="1">
              <a:defRPr sz="1800" b="0">
                <a:latin typeface="Times New Roman" panose="02020603050405020304" charset="0"/>
                <a:cs typeface="Times New Roman" panose="02020603050405020304" charset="0"/>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a:xfrm>
            <a:off x="8877300" y="6061710"/>
            <a:ext cx="2700020" cy="504825"/>
          </a:xfrm>
        </p:spPr>
        <p:txBody>
          <a:bodyPr>
            <a:noAutofit/>
          </a:bodyPr>
          <a:lstStyle>
            <a:lvl1pPr>
              <a:defRPr sz="1800" b="1">
                <a:latin typeface="Times New Roman Bold" panose="02020603050405020304" charset="0"/>
                <a:cs typeface="Times New Roman Bold" panose="02020603050405020304" charset="0"/>
              </a:defRPr>
            </a:lvl1pPr>
          </a:lstStyle>
          <a:p>
            <a:fld id="{49AE70B2-8BF9-45C0-BB95-33D1B9D3A854}" type="slidenum">
              <a:rPr lang="en-US" smtClean="0"/>
            </a:fld>
            <a:endParaRPr lang="en-US" smtClean="0"/>
          </a:p>
        </p:txBody>
      </p:sp>
      <p:sp>
        <p:nvSpPr>
          <p:cNvPr id="7" name="Text Box 6"/>
          <p:cNvSpPr txBox="1"/>
          <p:nvPr userDrawn="1"/>
        </p:nvSpPr>
        <p:spPr>
          <a:xfrm>
            <a:off x="10980420" y="6371590"/>
            <a:ext cx="4064000" cy="368300"/>
          </a:xfrm>
          <a:prstGeom prst="rect">
            <a:avLst/>
          </a:prstGeom>
          <a:noFill/>
        </p:spPr>
        <p:txBody>
          <a:bodyPr wrap="square" rtlCol="0">
            <a:spAutoFit/>
          </a:bodyPr>
          <a:p>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custDataLst>
              <p:tags r:id="rId3"/>
            </p:custDataLst>
          </p:nvPr>
        </p:nvSpPr>
        <p:spPr>
          <a:xfrm>
            <a:off x="1905705" y="3076645"/>
            <a:ext cx="10969200" cy="705600"/>
          </a:xfrm>
        </p:spPr>
        <p:txBody>
          <a:bodyPr vert="horz" lIns="90000" tIns="46800" rIns="90000" bIns="46800" rtlCol="0" anchor="ctr" anchorCtr="0">
            <a:normAutofit/>
          </a:bodyPr>
          <a:lstStyle>
            <a:lvl1pPr>
              <a:defRPr>
                <a:solidFill>
                  <a:schemeClr val="tx1"/>
                </a:solidFill>
              </a:defRPr>
            </a:lvl1pPr>
          </a:lstStyle>
          <a:p>
            <a:pPr lvl="0"/>
            <a:r>
              <a:rPr lang="en-US" smtClean="0"/>
              <a:t>Click to edit Master title style</a:t>
            </a:r>
            <a:endParaRPr lang="en-US"/>
          </a:p>
        </p:txBody>
      </p:sp>
      <p:sp>
        <p:nvSpPr>
          <p:cNvPr id="3" name="Date Placeholder 2"/>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5"/>
            </p:custDataLst>
          </p:nvPr>
        </p:nvSpPr>
        <p:spPr/>
        <p:txBody>
          <a:bodyPr/>
          <a:lstStyle/>
          <a:p>
            <a:endParaRPr lang="en-US"/>
          </a:p>
        </p:txBody>
      </p:sp>
      <p:sp>
        <p:nvSpPr>
          <p:cNvPr id="5" name="Slide Number Placeholder 4"/>
          <p:cNvSpPr>
            <a:spLocks noGrp="1"/>
          </p:cNvSpPr>
          <p:nvPr>
            <p:ph type="sldNum" sz="quarter" idx="12"/>
            <p:custDataLst>
              <p:tags r:id="rId6"/>
            </p:custDataLst>
          </p:nvPr>
        </p:nvSpPr>
        <p:spPr>
          <a:xfrm>
            <a:off x="8877600" y="6167715"/>
            <a:ext cx="2700000" cy="316800"/>
          </a:xfrm>
        </p:spPr>
        <p:txBody>
          <a:bodyPr>
            <a:noAutofit/>
          </a:bodyPr>
          <a:lstStyle>
            <a:lvl1pPr>
              <a:defRPr sz="1800" b="1">
                <a:latin typeface="Times New Roman Bold" panose="02020603050405020304" charset="0"/>
                <a:cs typeface="Times New Roman Bold" panose="02020603050405020304" charset="0"/>
              </a:defRPr>
            </a:lvl1pPr>
          </a:lstStyle>
          <a:p>
            <a:fld id="{49AE70B2-8BF9-45C0-BB95-33D1B9D3A854}" type="slidenum">
              <a:rPr lang="en-US" smtClean="0"/>
            </a:fld>
            <a:endParaRPr lang="en-US" smtClean="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Autofit/>
          </a:bodyPr>
          <a:lstStyle/>
          <a:p>
            <a:r>
              <a:rPr lang="en-US" dirty="0"/>
              <a:t>Click to edit Master title style</a:t>
            </a:r>
            <a:endParaRPr lang="en-US" dirty="0"/>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609330" y="5861050"/>
            <a:ext cx="2919730" cy="705485"/>
          </a:xfrm>
          <a:prstGeom prst="rect">
            <a:avLst/>
          </a:prstGeom>
        </p:spPr>
        <p:txBody>
          <a:bodyPr vert="horz" lIns="91440" tIns="45720" rIns="91440" bIns="45720" rtlCol="0" anchor="ctr">
            <a:normAutofit/>
          </a:bodyPr>
          <a:lstStyle>
            <a:lvl1pPr algn="r">
              <a:defRPr sz="1800" b="1" baseline="0">
                <a:solidFill>
                  <a:schemeClr val="tx1">
                    <a:tint val="75000"/>
                  </a:schemeClr>
                </a:solidFill>
                <a:latin typeface="Times New Roman Bold" panose="02020603050405020304" charset="0"/>
                <a:cs typeface="Times New Roman Bold" panose="02020603050405020304" charset="0"/>
              </a:defRPr>
            </a:lvl1pPr>
          </a:lstStyle>
          <a:p>
            <a:fld id="{49AE70B2-8BF9-45C0-BB95-33D1B9D3A854}" type="slidenum">
              <a:rPr lang="en-US" smtClean="0"/>
            </a:fld>
            <a:endParaRPr 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fontAlgn="auto" latinLnBrk="0" hangingPunct="1">
        <a:lnSpc>
          <a:spcPct val="100000"/>
        </a:lnSpc>
        <a:spcBef>
          <a:spcPct val="0"/>
        </a:spcBef>
        <a:buNone/>
        <a:defRPr sz="4000" b="1" u="none" strike="noStrike" kern="1200" cap="none" spc="300" normalizeH="0" baseline="0">
          <a:solidFill>
            <a:srgbClr val="996633"/>
          </a:solidFill>
          <a:uFillTx/>
          <a:latin typeface="+mn-lt"/>
          <a:ea typeface="+mj-ea"/>
          <a:cs typeface="+mn-lt"/>
        </a:defRPr>
      </a:lvl1pPr>
    </p:titleStyle>
    <p:bodyStyle>
      <a:lvl1pPr marL="228600" indent="-228600" algn="l" defTabSz="914400" rtl="0" eaLnBrk="1" fontAlgn="auto" latinLnBrk="0" hangingPunct="1">
        <a:lnSpc>
          <a:spcPct val="130000"/>
        </a:lnSpc>
        <a:spcBef>
          <a:spcPts val="0"/>
        </a:spcBef>
        <a:spcAft>
          <a:spcPts val="1000"/>
        </a:spcAft>
        <a:buSzPct val="70000"/>
        <a:buFont typeface="Arial" panose="020B0704020202020204" pitchFamily="34" charset="0"/>
        <a:buChar char="●"/>
        <a:defRPr sz="3200" b="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1pPr>
      <a:lvl2pPr marL="685800" indent="-228600" algn="l" defTabSz="914400" rtl="0" eaLnBrk="1" fontAlgn="auto" latinLnBrk="0" hangingPunct="1">
        <a:lnSpc>
          <a:spcPct val="120000"/>
        </a:lnSpc>
        <a:spcBef>
          <a:spcPts val="0"/>
        </a:spcBef>
        <a:spcAft>
          <a:spcPts val="600"/>
        </a:spcAft>
        <a:buSzPct val="65000"/>
        <a:buFont typeface="Arial Unicode MS" panose="020B0604020202020204" charset="-122"/>
        <a:buChar char="ᅳ"/>
        <a:tabLst>
          <a:tab pos="1609725" algn="l"/>
          <a:tab pos="1609725" algn="l"/>
          <a:tab pos="1609725" algn="l"/>
          <a:tab pos="1609725" algn="l"/>
        </a:tabLst>
        <a:defRPr sz="28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SzPct val="100000"/>
        <a:buFont typeface="Arial" panose="020B0704020202020204" pitchFamily="34" charset="0"/>
        <a:buChar char="+"/>
        <a:defRPr sz="24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SzPct val="100000"/>
        <a:buFont typeface="Wingdings" panose="05000000000000000000" charset="0"/>
        <a:buChar char="§"/>
        <a:defRPr sz="22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Wingdings" panose="05000000000000000000" charset="0"/>
        <a:buChar char=""/>
        <a:defRPr sz="20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slide" Target="slide7.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slide" Target="slide8.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2.xml"/><Relationship Id="rId4" Type="http://schemas.openxmlformats.org/officeDocument/2006/relationships/image" Target="../media/image4.png"/><Relationship Id="rId3" Type="http://schemas.openxmlformats.org/officeDocument/2006/relationships/slide" Target="slide3.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6.xml"/><Relationship Id="rId5" Type="http://schemas.openxmlformats.org/officeDocument/2006/relationships/image" Target="../media/image4.png"/><Relationship Id="rId4" Type="http://schemas.openxmlformats.org/officeDocument/2006/relationships/slide" Target="slide4.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p:txBody>
          <a:bodyPr/>
          <a:p>
            <a:r>
              <a:rPr lang="vi-VN" altLang="en-US"/>
              <a:t>BỐ CỤC MỘT BÀI THUYẾT </a:t>
            </a:r>
            <a:r>
              <a:rPr lang="vi-VN" altLang="en-US"/>
              <a:t>TRÌNH</a:t>
            </a:r>
            <a:endParaRPr lang="vi-VN" altLang="en-US"/>
          </a:p>
        </p:txBody>
      </p:sp>
      <p:sp>
        <p:nvSpPr>
          <p:cNvPr id="3" name="Subtitle 2"/>
          <p:cNvSpPr>
            <a:spLocks noGrp="1"/>
          </p:cNvSpPr>
          <p:nvPr>
            <p:ph type="subTitle" idx="1"/>
            <p:custDataLst>
              <p:tags r:id="rId3"/>
            </p:custDataLst>
          </p:nvPr>
        </p:nvSpPr>
        <p:spPr/>
        <p:txBody>
          <a:bodyPr/>
          <a:p>
            <a:r>
              <a:rPr lang="vi-VN" altLang="en-US"/>
              <a:t>ThS. Họ và </a:t>
            </a:r>
            <a:r>
              <a:rPr lang="vi-VN" altLang="en-US"/>
              <a:t>tên</a:t>
            </a:r>
            <a:endParaRPr lang="vi-VN" altLang="en-US"/>
          </a:p>
        </p:txBody>
      </p:sp>
      <p:sp>
        <p:nvSpPr>
          <p:cNvPr id="4" name="Text Box 3"/>
          <p:cNvSpPr txBox="1"/>
          <p:nvPr/>
        </p:nvSpPr>
        <p:spPr>
          <a:xfrm>
            <a:off x="6805295" y="5660390"/>
            <a:ext cx="5097780" cy="460375"/>
          </a:xfrm>
          <a:prstGeom prst="rect">
            <a:avLst/>
          </a:prstGeom>
          <a:noFill/>
        </p:spPr>
        <p:txBody>
          <a:bodyPr wrap="square" rtlCol="0">
            <a:spAutoFit/>
          </a:bodyPr>
          <a:p>
            <a:r>
              <a:rPr lang="vi-VN" altLang="en-US" sz="2400" b="1">
                <a:latin typeface="Times New Roman Bold" panose="02020603050405020304" charset="0"/>
                <a:cs typeface="Times New Roman Bold" panose="02020603050405020304" charset="0"/>
              </a:rPr>
              <a:t>Trích từ Tủ sách Khoa học VLOS</a:t>
            </a:r>
            <a:endParaRPr lang="vi-VN" altLang="en-US" sz="2400" b="1">
              <a:latin typeface="Times New Roman Bold" panose="02020603050405020304" charset="0"/>
              <a:cs typeface="Times New Roman Bold" panose="02020603050405020304" charset="0"/>
            </a:endParaRPr>
          </a:p>
        </p:txBody>
      </p:sp>
      <p:sp>
        <p:nvSpPr>
          <p:cNvPr id="5" name="Slide Number Placeholder 4"/>
          <p:cNvSpPr>
            <a:spLocks noGrp="1"/>
          </p:cNvSpPr>
          <p:nvPr>
            <p:ph type="sldNum" sz="quarter" idx="12"/>
          </p:nvPr>
        </p:nvSpPr>
        <p:spPr>
          <a:xfrm>
            <a:off x="8918240" y="6120725"/>
            <a:ext cx="2700000" cy="316800"/>
          </a:xfrm>
        </p:spPr>
        <p:txBody>
          <a:bodyPr>
            <a:noAutofit/>
          </a:bodyPr>
          <a:p>
            <a:fld id="{49AE70B2-8BF9-45C0-BB95-33D1B9D3A854}" type="slidenum">
              <a:rPr lang="en-US" sz="1800" b="1" smtClean="0">
                <a:latin typeface="Times New Roman Bold" panose="02020603050405020304" charset="0"/>
                <a:cs typeface="Times New Roman Bold" panose="02020603050405020304" charset="0"/>
              </a:rPr>
            </a:fld>
            <a:endParaRPr lang="en-US" sz="1800" b="1" dirty="0" smtClean="0">
              <a:latin typeface="Times New Roman Bold" panose="02020603050405020304" charset="0"/>
              <a:cs typeface="Times New Roman Bold" panose="02020603050405020304"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1433265"/>
            <a:ext cx="10969200" cy="705600"/>
          </a:xfrm>
        </p:spPr>
        <p:txBody>
          <a:bodyPr>
            <a:normAutofit fontScale="90000"/>
          </a:bodyPr>
          <a:p>
            <a:r>
              <a:rPr lang="vi-VN" altLang="en-US"/>
              <a:t>Giới </a:t>
            </a:r>
            <a:r>
              <a:rPr lang="vi-VN" altLang="en-US"/>
              <a:t>thiệu</a:t>
            </a:r>
            <a:endParaRPr lang="vi-VN" altLang="en-US"/>
          </a:p>
        </p:txBody>
      </p:sp>
      <p:sp>
        <p:nvSpPr>
          <p:cNvPr id="3" name="Content Placeholder 2"/>
          <p:cNvSpPr>
            <a:spLocks noGrp="1"/>
          </p:cNvSpPr>
          <p:nvPr>
            <p:ph idx="1"/>
            <p:custDataLst>
              <p:tags r:id="rId2"/>
            </p:custDataLst>
          </p:nvPr>
        </p:nvSpPr>
        <p:spPr>
          <a:xfrm>
            <a:off x="608330" y="2346325"/>
            <a:ext cx="10968990" cy="3903345"/>
          </a:xfrm>
        </p:spPr>
        <p:txBody>
          <a:bodyPr anchor="t" anchorCtr="0"/>
          <a:p>
            <a:pPr marL="0">
              <a:lnSpc>
                <a:spcPct val="100000"/>
              </a:lnSpc>
              <a:spcBef>
                <a:spcPts val="0"/>
              </a:spcBef>
              <a:spcAft>
                <a:spcPct val="0"/>
              </a:spcAft>
              <a:buSzPct val="70000"/>
            </a:pPr>
            <a:r>
              <a:rPr lang="vi-VN" altLang="en-US" sz="2800"/>
              <a:t>Phần mở đầu</a:t>
            </a:r>
            <a:endParaRPr lang="vi-VN" altLang="en-US" sz="2800"/>
          </a:p>
          <a:p>
            <a:pPr marL="457200" lvl="1">
              <a:lnSpc>
                <a:spcPct val="100000"/>
              </a:lnSpc>
              <a:spcBef>
                <a:spcPts val="0"/>
              </a:spcBef>
              <a:spcAft>
                <a:spcPct val="0"/>
              </a:spcAft>
              <a:buSzPct val="70000"/>
            </a:pPr>
            <a:r>
              <a:rPr lang="vi-VN" altLang="en-US" sz="2800"/>
              <a:t> Cần đạt được mục đích</a:t>
            </a:r>
            <a:endParaRPr lang="vi-VN" altLang="en-US" sz="2800"/>
          </a:p>
          <a:p>
            <a:pPr marL="0" lvl="0">
              <a:lnSpc>
                <a:spcPct val="100000"/>
              </a:lnSpc>
              <a:spcBef>
                <a:spcPts val="0"/>
              </a:spcBef>
              <a:spcAft>
                <a:spcPct val="0"/>
              </a:spcAft>
              <a:buSzPct val="70000"/>
            </a:pPr>
            <a:r>
              <a:rPr lang="vi-VN" altLang="en-US" sz="2800"/>
              <a:t>Phần chính</a:t>
            </a:r>
            <a:endParaRPr lang="vi-VN" altLang="en-US" sz="2800"/>
          </a:p>
          <a:p>
            <a:pPr marL="457200" lvl="1">
              <a:lnSpc>
                <a:spcPct val="100000"/>
              </a:lnSpc>
              <a:spcBef>
                <a:spcPts val="0"/>
              </a:spcBef>
              <a:spcAft>
                <a:spcPct val="0"/>
              </a:spcAft>
              <a:buSzPct val="70000"/>
            </a:pPr>
            <a:r>
              <a:rPr lang="vi-VN" altLang="en-US" sz="2800"/>
              <a:t> Đưa ra giải pháp, ý kiến</a:t>
            </a:r>
            <a:endParaRPr lang="vi-VN" altLang="en-US" sz="2800"/>
          </a:p>
          <a:p>
            <a:pPr marL="0" lvl="0">
              <a:lnSpc>
                <a:spcPct val="100000"/>
              </a:lnSpc>
              <a:spcBef>
                <a:spcPts val="0"/>
              </a:spcBef>
              <a:spcAft>
                <a:spcPct val="0"/>
              </a:spcAft>
              <a:buSzPct val="70000"/>
            </a:pPr>
            <a:r>
              <a:rPr lang="vi-VN" altLang="en-US" sz="2800"/>
              <a:t>Phần kết</a:t>
            </a:r>
            <a:endParaRPr lang="vi-VN" altLang="en-US" sz="2800"/>
          </a:p>
          <a:p>
            <a:pPr marL="457200" lvl="1">
              <a:lnSpc>
                <a:spcPct val="100000"/>
              </a:lnSpc>
              <a:spcBef>
                <a:spcPts val="0"/>
              </a:spcBef>
              <a:spcAft>
                <a:spcPct val="0"/>
              </a:spcAft>
              <a:buSzPct val="70000"/>
            </a:pPr>
            <a:r>
              <a:rPr lang="vi-VN" altLang="en-US" sz="2800"/>
              <a:t> Tóm tắt các nội dung đã được trình bày</a:t>
            </a:r>
            <a:endParaRPr lang="vi-VN" altLang="en-US" sz="2800"/>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1433265"/>
            <a:ext cx="10969200" cy="705600"/>
          </a:xfrm>
        </p:spPr>
        <p:txBody>
          <a:bodyPr>
            <a:normAutofit fontScale="90000"/>
          </a:bodyPr>
          <a:p>
            <a:r>
              <a:rPr lang="vi-VN" altLang="en-US"/>
              <a:t>Phần mở </a:t>
            </a:r>
            <a:r>
              <a:rPr lang="vi-VN" altLang="en-US"/>
              <a:t>đầu</a:t>
            </a:r>
            <a:endParaRPr lang="vi-VN" altLang="en-US"/>
          </a:p>
        </p:txBody>
      </p:sp>
      <p:sp>
        <p:nvSpPr>
          <p:cNvPr id="3" name="Content Placeholder 2"/>
          <p:cNvSpPr>
            <a:spLocks noGrp="1"/>
          </p:cNvSpPr>
          <p:nvPr>
            <p:ph idx="1"/>
            <p:custDataLst>
              <p:tags r:id="rId2"/>
            </p:custDataLst>
          </p:nvPr>
        </p:nvSpPr>
        <p:spPr>
          <a:xfrm>
            <a:off x="608330" y="2346325"/>
            <a:ext cx="10968990" cy="3903345"/>
          </a:xfrm>
        </p:spPr>
        <p:txBody>
          <a:bodyPr anchor="t" anchorCtr="0">
            <a:normAutofit/>
          </a:bodyPr>
          <a:p>
            <a:pPr marL="0">
              <a:lnSpc>
                <a:spcPct val="100000"/>
              </a:lnSpc>
              <a:spcBef>
                <a:spcPts val="0"/>
              </a:spcBef>
              <a:spcAft>
                <a:spcPct val="0"/>
              </a:spcAft>
              <a:buSzPct val="70000"/>
            </a:pPr>
            <a:r>
              <a:rPr lang="vi-VN" altLang="en-US" sz="2800"/>
              <a:t>Thu hút sự chú ý của người </a:t>
            </a:r>
            <a:r>
              <a:rPr lang="vi-VN" altLang="en-US" sz="2800"/>
              <a:t>nghe</a:t>
            </a:r>
            <a:endParaRPr lang="vi-VN" altLang="en-US" sz="2800"/>
          </a:p>
          <a:p>
            <a:pPr marL="457200" lvl="1">
              <a:lnSpc>
                <a:spcPct val="100000"/>
              </a:lnSpc>
              <a:spcBef>
                <a:spcPts val="0"/>
              </a:spcBef>
              <a:spcAft>
                <a:spcPct val="0"/>
              </a:spcAft>
              <a:buSzPct val="70000"/>
            </a:pPr>
            <a:r>
              <a:rPr lang="vi-VN" altLang="en-US" sz="2800"/>
              <a:t> </a:t>
            </a:r>
            <a:r>
              <a:rPr lang="vi-VN" altLang="en-US" sz="2800">
                <a:hlinkClick r:id="rId3" tooltip="" action="ppaction://hlinksldjump"/>
              </a:rPr>
              <a:t>Sử dụng một đoàn trích dẫn</a:t>
            </a:r>
            <a:endParaRPr lang="vi-VN" altLang="en-US" sz="2800"/>
          </a:p>
          <a:p>
            <a:pPr marL="457200" lvl="1">
              <a:lnSpc>
                <a:spcPct val="100000"/>
              </a:lnSpc>
              <a:spcBef>
                <a:spcPts val="0"/>
              </a:spcBef>
              <a:spcAft>
                <a:spcPct val="0"/>
              </a:spcAft>
              <a:buSzPct val="70000"/>
            </a:pPr>
            <a:r>
              <a:rPr lang="vi-VN" altLang="en-US" sz="2800"/>
              <a:t> Một câu </a:t>
            </a:r>
            <a:r>
              <a:rPr lang="vi-VN" altLang="en-US" sz="2800"/>
              <a:t>hỏi</a:t>
            </a:r>
            <a:endParaRPr lang="vi-VN" altLang="en-US" sz="2800"/>
          </a:p>
          <a:p>
            <a:pPr marL="457200" lvl="1">
              <a:lnSpc>
                <a:spcPct val="100000"/>
              </a:lnSpc>
              <a:spcBef>
                <a:spcPts val="0"/>
              </a:spcBef>
              <a:spcAft>
                <a:spcPct val="0"/>
              </a:spcAft>
              <a:buSzPct val="70000"/>
            </a:pPr>
            <a:r>
              <a:rPr lang="vi-VN" altLang="en-US" sz="2800"/>
              <a:t> Một lời </a:t>
            </a:r>
            <a:r>
              <a:rPr lang="vi-VN" altLang="en-US" sz="2800"/>
              <a:t>hứa</a:t>
            </a:r>
            <a:endParaRPr lang="vi-VN" altLang="en-US" sz="2800"/>
          </a:p>
          <a:p>
            <a:pPr marL="457200" lvl="1">
              <a:lnSpc>
                <a:spcPct val="100000"/>
              </a:lnSpc>
              <a:spcBef>
                <a:spcPts val="0"/>
              </a:spcBef>
              <a:spcAft>
                <a:spcPct val="0"/>
              </a:spcAft>
              <a:buSzPct val="70000"/>
            </a:pPr>
            <a:r>
              <a:rPr lang="vi-VN" altLang="en-US" sz="2800"/>
              <a:t> Thậm chí làm mọi người phải hoạt </a:t>
            </a:r>
            <a:r>
              <a:rPr lang="vi-VN" altLang="en-US" sz="2800"/>
              <a:t>động </a:t>
            </a:r>
            <a:endParaRPr lang="vi-VN" altLang="en-US" sz="2800"/>
          </a:p>
          <a:p>
            <a:pPr marL="0" lvl="0">
              <a:lnSpc>
                <a:spcPct val="100000"/>
              </a:lnSpc>
              <a:spcBef>
                <a:spcPts val="0"/>
              </a:spcBef>
              <a:spcAft>
                <a:spcPct val="0"/>
              </a:spcAft>
              <a:buSzPct val="70000"/>
            </a:pPr>
            <a:r>
              <a:rPr lang="vi-VN" altLang="en-US" sz="2800"/>
              <a:t>Tóm lược các nội dung liên </a:t>
            </a:r>
            <a:r>
              <a:rPr lang="vi-VN" altLang="en-US" sz="2800"/>
              <a:t>quan</a:t>
            </a:r>
            <a:endParaRPr lang="vi-VN" altLang="en-US" sz="2800"/>
          </a:p>
          <a:p>
            <a:pPr marL="457200" lvl="1">
              <a:lnSpc>
                <a:spcPct val="100000"/>
              </a:lnSpc>
              <a:spcBef>
                <a:spcPts val="0"/>
              </a:spcBef>
              <a:spcAft>
                <a:spcPct val="0"/>
              </a:spcAft>
              <a:buSzPct val="70000"/>
            </a:pPr>
            <a:r>
              <a:rPr lang="vi-VN" altLang="en-US" sz="2800"/>
              <a:t> Đã được trình bày</a:t>
            </a:r>
            <a:endParaRPr lang="vi-VN" altLang="en-US" sz="2800"/>
          </a:p>
          <a:p>
            <a:pPr marL="457200" lvl="1">
              <a:lnSpc>
                <a:spcPct val="100000"/>
              </a:lnSpc>
              <a:spcBef>
                <a:spcPts val="0"/>
              </a:spcBef>
              <a:spcAft>
                <a:spcPct val="0"/>
              </a:spcAft>
              <a:buSzPct val="70000"/>
            </a:pPr>
            <a:r>
              <a:rPr lang="vi-VN" altLang="en-US" sz="2800"/>
              <a:t> Được đa số người nghe biết rõ</a:t>
            </a:r>
            <a:endParaRPr lang="vi-VN" altLang="en-US" sz="2800"/>
          </a:p>
          <a:p>
            <a:pPr marL="0" lvl="0" indent="0">
              <a:lnSpc>
                <a:spcPct val="100000"/>
              </a:lnSpc>
              <a:spcBef>
                <a:spcPts val="0"/>
              </a:spcBef>
              <a:spcAft>
                <a:spcPct val="0"/>
              </a:spcAft>
              <a:buNone/>
            </a:pPr>
            <a:endParaRPr lang="vi-VN" altLang="en-US" sz="2800"/>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1433265"/>
            <a:ext cx="10969200" cy="705600"/>
          </a:xfrm>
        </p:spPr>
        <p:txBody>
          <a:bodyPr>
            <a:normAutofit fontScale="90000"/>
          </a:bodyPr>
          <a:p>
            <a:r>
              <a:rPr lang="vi-VN" altLang="en-US"/>
              <a:t>Phần </a:t>
            </a:r>
            <a:r>
              <a:rPr lang="vi-VN" altLang="en-US"/>
              <a:t>chính</a:t>
            </a:r>
            <a:endParaRPr lang="vi-VN" altLang="en-US"/>
          </a:p>
        </p:txBody>
      </p:sp>
      <p:sp>
        <p:nvSpPr>
          <p:cNvPr id="3" name="Content Placeholder 2"/>
          <p:cNvSpPr>
            <a:spLocks noGrp="1"/>
          </p:cNvSpPr>
          <p:nvPr>
            <p:ph idx="1"/>
            <p:custDataLst>
              <p:tags r:id="rId2"/>
            </p:custDataLst>
          </p:nvPr>
        </p:nvSpPr>
        <p:spPr>
          <a:xfrm>
            <a:off x="608330" y="2346325"/>
            <a:ext cx="10968990" cy="3903345"/>
          </a:xfrm>
        </p:spPr>
        <p:txBody>
          <a:bodyPr anchor="t" anchorCtr="0"/>
          <a:p>
            <a:pPr marL="0">
              <a:lnSpc>
                <a:spcPct val="100000"/>
              </a:lnSpc>
              <a:spcBef>
                <a:spcPts val="0"/>
              </a:spcBef>
              <a:spcAft>
                <a:spcPct val="0"/>
              </a:spcAft>
            </a:pPr>
            <a:r>
              <a:rPr lang="vi-VN" altLang="en-US" sz="2800"/>
              <a:t>Phần chính với các nội </a:t>
            </a:r>
            <a:r>
              <a:rPr lang="vi-VN" altLang="en-US" sz="2800"/>
              <a:t>dung</a:t>
            </a:r>
            <a:endParaRPr lang="vi-VN" altLang="en-US" sz="2800"/>
          </a:p>
          <a:p>
            <a:pPr marL="457200" lvl="1">
              <a:lnSpc>
                <a:spcPct val="100000"/>
              </a:lnSpc>
              <a:spcBef>
                <a:spcPts val="0"/>
              </a:spcBef>
              <a:spcAft>
                <a:spcPct val="0"/>
              </a:spcAft>
            </a:pPr>
            <a:r>
              <a:rPr lang="vi-VN" altLang="en-US" sz="2800"/>
              <a:t> Vấn đề cần giải quyết, yêu cầu công </a:t>
            </a:r>
            <a:r>
              <a:rPr lang="vi-VN" altLang="en-US" sz="2800"/>
              <a:t>việc</a:t>
            </a:r>
            <a:endParaRPr lang="vi-VN" altLang="en-US" sz="2800"/>
          </a:p>
          <a:p>
            <a:pPr marL="457200" lvl="1">
              <a:lnSpc>
                <a:spcPct val="100000"/>
              </a:lnSpc>
              <a:spcBef>
                <a:spcPts val="0"/>
              </a:spcBef>
              <a:spcAft>
                <a:spcPct val="0"/>
              </a:spcAft>
            </a:pPr>
            <a:r>
              <a:rPr lang="vi-VN" altLang="en-US" sz="2800"/>
              <a:t> Ý tưởng và giải </a:t>
            </a:r>
            <a:r>
              <a:rPr lang="vi-VN" altLang="en-US" sz="2800"/>
              <a:t>pháp</a:t>
            </a:r>
            <a:endParaRPr lang="vi-VN" altLang="en-US" sz="2800"/>
          </a:p>
          <a:p>
            <a:pPr marL="457200" lvl="1">
              <a:lnSpc>
                <a:spcPct val="100000"/>
              </a:lnSpc>
              <a:spcBef>
                <a:spcPts val="0"/>
              </a:spcBef>
              <a:spcAft>
                <a:spcPct val="0"/>
              </a:spcAft>
            </a:pPr>
            <a:r>
              <a:rPr lang="vi-VN" altLang="en-US" sz="2800"/>
              <a:t> </a:t>
            </a:r>
            <a:r>
              <a:rPr lang="vi-VN" altLang="en-US" sz="2800">
                <a:hlinkClick r:id="rId3" tooltip="" action="ppaction://hlinksldjump"/>
              </a:rPr>
              <a:t>Cung cấp ví dụ để chứng minh</a:t>
            </a:r>
            <a:endParaRPr lang="vi-VN" altLang="en-US" sz="2800"/>
          </a:p>
          <a:p>
            <a:pPr marL="457200" lvl="1">
              <a:lnSpc>
                <a:spcPct val="100000"/>
              </a:lnSpc>
              <a:spcBef>
                <a:spcPts val="0"/>
              </a:spcBef>
              <a:spcAft>
                <a:spcPct val="0"/>
              </a:spcAft>
            </a:pPr>
            <a:r>
              <a:rPr lang="vi-VN" altLang="en-US" sz="2800"/>
              <a:t> Lợi ích khi áp dụng giải </a:t>
            </a:r>
            <a:r>
              <a:rPr lang="vi-VN" altLang="en-US" sz="2800"/>
              <a:t>pháp</a:t>
            </a:r>
            <a:endParaRPr lang="vi-VN" altLang="en-US" sz="2800"/>
          </a:p>
          <a:p>
            <a:pPr marL="457200" lvl="1">
              <a:lnSpc>
                <a:spcPct val="100000"/>
              </a:lnSpc>
              <a:spcBef>
                <a:spcPts val="0"/>
              </a:spcBef>
              <a:spcAft>
                <a:spcPct val="0"/>
              </a:spcAft>
            </a:pPr>
            <a:r>
              <a:rPr lang="vi-VN" altLang="en-US" sz="2800"/>
              <a:t> Chương trình hành động/ các việc làm </a:t>
            </a:r>
            <a:r>
              <a:rPr lang="vi-VN" altLang="en-US" sz="2800"/>
              <a:t>cụ thể</a:t>
            </a:r>
            <a:endParaRPr lang="vi-VN" altLang="en-US" sz="2800"/>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1433265"/>
            <a:ext cx="10969200" cy="705600"/>
          </a:xfrm>
        </p:spPr>
        <p:txBody>
          <a:bodyPr>
            <a:normAutofit fontScale="90000"/>
          </a:bodyPr>
          <a:p>
            <a:r>
              <a:rPr lang="vi-VN" altLang="en-US"/>
              <a:t>Phần </a:t>
            </a:r>
            <a:r>
              <a:rPr lang="vi-VN" altLang="en-US"/>
              <a:t>kết</a:t>
            </a:r>
            <a:endParaRPr lang="vi-VN" altLang="en-US"/>
          </a:p>
        </p:txBody>
      </p:sp>
      <p:sp>
        <p:nvSpPr>
          <p:cNvPr id="3" name="Content Placeholder 2"/>
          <p:cNvSpPr>
            <a:spLocks noGrp="1"/>
          </p:cNvSpPr>
          <p:nvPr>
            <p:ph idx="1"/>
            <p:custDataLst>
              <p:tags r:id="rId2"/>
            </p:custDataLst>
          </p:nvPr>
        </p:nvSpPr>
        <p:spPr>
          <a:xfrm>
            <a:off x="608330" y="2346325"/>
            <a:ext cx="10968990" cy="3903345"/>
          </a:xfrm>
        </p:spPr>
        <p:txBody>
          <a:bodyPr anchor="t" anchorCtr="0"/>
          <a:p>
            <a:pPr marL="0">
              <a:lnSpc>
                <a:spcPct val="100000"/>
              </a:lnSpc>
              <a:spcBef>
                <a:spcPts val="0"/>
              </a:spcBef>
              <a:spcAft>
                <a:spcPct val="0"/>
              </a:spcAft>
            </a:pPr>
            <a:r>
              <a:rPr lang="vi-VN" altLang="en-US" sz="2800"/>
              <a:t>Tóm </a:t>
            </a:r>
            <a:r>
              <a:rPr lang="vi-VN" altLang="en-US" sz="2800"/>
              <a:t>tắt</a:t>
            </a:r>
            <a:endParaRPr lang="vi-VN" altLang="en-US" sz="2800"/>
          </a:p>
          <a:p>
            <a:pPr marL="0">
              <a:lnSpc>
                <a:spcPct val="100000"/>
              </a:lnSpc>
              <a:spcBef>
                <a:spcPts val="0"/>
              </a:spcBef>
              <a:spcAft>
                <a:spcPct val="0"/>
              </a:spcAft>
            </a:pPr>
            <a:r>
              <a:rPr lang="vi-VN" altLang="en-US" sz="2800"/>
              <a:t>Kết luận cuối </a:t>
            </a:r>
            <a:r>
              <a:rPr lang="vi-VN" altLang="en-US" sz="2800"/>
              <a:t>cùng</a:t>
            </a:r>
            <a:endParaRPr lang="vi-VN" altLang="en-US" sz="2800"/>
          </a:p>
          <a:p>
            <a:pPr marL="457200" lvl="1">
              <a:lnSpc>
                <a:spcPct val="100000"/>
              </a:lnSpc>
              <a:spcBef>
                <a:spcPts val="0"/>
              </a:spcBef>
              <a:spcAft>
                <a:spcPct val="0"/>
              </a:spcAft>
            </a:pPr>
            <a:r>
              <a:rPr lang="vi-VN" altLang="en-US" sz="2800"/>
              <a:t> Liệu còn điều gì bạn </a:t>
            </a:r>
            <a:r>
              <a:rPr lang="vi-VN" altLang="en-US" sz="2800"/>
              <a:t>muốn nghe ghi </a:t>
            </a:r>
            <a:r>
              <a:rPr lang="vi-VN" altLang="en-US" sz="2800"/>
              <a:t>nhớ</a:t>
            </a:r>
            <a:endParaRPr lang="vi-VN" altLang="en-US" sz="2800"/>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
        <p:nvSpPr>
          <p:cNvPr id="5" name="Text Box 4"/>
          <p:cNvSpPr txBox="1"/>
          <p:nvPr/>
        </p:nvSpPr>
        <p:spPr>
          <a:xfrm>
            <a:off x="4098290" y="1862455"/>
            <a:ext cx="4064000" cy="368300"/>
          </a:xfrm>
          <a:prstGeom prst="rect">
            <a:avLst/>
          </a:prstGeom>
          <a:noFill/>
        </p:spPr>
        <p:txBody>
          <a:bodyPr wrap="square" rtlCol="0">
            <a:spAutoFit/>
          </a:bodyPr>
          <a:p>
            <a:endParaRPr 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custDataLst>
              <p:tags r:id="rId1"/>
            </p:custDataLst>
          </p:nvPr>
        </p:nvSpPr>
        <p:spPr>
          <a:xfrm>
            <a:off x="2566105" y="3076645"/>
            <a:ext cx="10969200" cy="705600"/>
          </a:xfrm>
        </p:spPr>
        <p:txBody>
          <a:bodyPr/>
          <a:p>
            <a:r>
              <a:rPr lang="vi-VN" altLang="en-US"/>
              <a:t>Cảm ơn sự chú ý của quý </a:t>
            </a:r>
            <a:r>
              <a:rPr lang="vi-VN" altLang="en-US"/>
              <a:t>vị</a:t>
            </a:r>
            <a:endParaRPr lang="vi-VN" altLang="en-US"/>
          </a:p>
        </p:txBody>
      </p:sp>
      <p:sp>
        <p:nvSpPr>
          <p:cNvPr id="4" name="Slide Number Placeholder 3"/>
          <p:cNvSpPr>
            <a:spLocks noGrp="1"/>
          </p:cNvSpPr>
          <p:nvPr>
            <p:ph type="sldNum" sz="quarter" idx="12"/>
          </p:nvPr>
        </p:nvSpPr>
        <p:spPr>
          <a:xfrm>
            <a:off x="8877600" y="6167715"/>
            <a:ext cx="2700000" cy="316800"/>
          </a:xfrm>
        </p:spPr>
        <p:txBody>
          <a:bodyPr/>
          <a:p>
            <a:fld id="{49AE70B2-8BF9-45C0-BB95-33D1B9D3A854}" type="slidenum">
              <a:rPr lang="en-US" smtClean="0"/>
            </a:fld>
            <a:endParaRPr lang="en-US" dirty="0"/>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1433265"/>
            <a:ext cx="10969200" cy="705600"/>
          </a:xfrm>
        </p:spPr>
        <p:txBody>
          <a:bodyPr>
            <a:noAutofit/>
          </a:bodyPr>
          <a:p>
            <a:r>
              <a:rPr lang="vi-VN" altLang="en-US" sz="3200"/>
              <a:t>Ví dụ: sử dụng một đoạn trích dẫn khi giới thiệu</a:t>
            </a:r>
            <a:endParaRPr lang="vi-VN" altLang="en-US" sz="3200"/>
          </a:p>
        </p:txBody>
      </p:sp>
      <p:sp>
        <p:nvSpPr>
          <p:cNvPr id="3" name="Content Placeholder 2"/>
          <p:cNvSpPr>
            <a:spLocks noGrp="1"/>
          </p:cNvSpPr>
          <p:nvPr>
            <p:ph idx="1"/>
            <p:custDataLst>
              <p:tags r:id="rId2"/>
            </p:custDataLst>
          </p:nvPr>
        </p:nvSpPr>
        <p:spPr>
          <a:xfrm>
            <a:off x="440055" y="2346325"/>
            <a:ext cx="11137265" cy="1082675"/>
          </a:xfrm>
        </p:spPr>
        <p:txBody>
          <a:bodyPr anchor="t" anchorCtr="0">
            <a:noAutofit/>
          </a:bodyPr>
          <a:p>
            <a:pPr marL="457200">
              <a:lnSpc>
                <a:spcPct val="100000"/>
              </a:lnSpc>
              <a:spcBef>
                <a:spcPts val="0"/>
              </a:spcBef>
              <a:spcAft>
                <a:spcPct val="0"/>
              </a:spcAft>
            </a:pPr>
            <a:r>
              <a:rPr lang="vi-VN" altLang="en-US">
                <a:solidFill>
                  <a:schemeClr val="tx1"/>
                </a:solidFill>
              </a:rPr>
              <a:t>Ví dụ: Ta có thể phát biểu trích dẫn lợi ích khi học ngành công                      nghệ thông tin</a:t>
            </a:r>
            <a:endParaRPr lang="vi-VN" altLang="en-US">
              <a:solidFill>
                <a:schemeClr val="tx1"/>
              </a:solidFill>
            </a:endParaRPr>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
        <p:nvSpPr>
          <p:cNvPr id="6" name="Text Box 5"/>
          <p:cNvSpPr txBox="1"/>
          <p:nvPr/>
        </p:nvSpPr>
        <p:spPr>
          <a:xfrm>
            <a:off x="787400" y="3260725"/>
            <a:ext cx="10443210" cy="2237105"/>
          </a:xfrm>
          <a:prstGeom prst="rect">
            <a:avLst/>
          </a:prstGeom>
          <a:noFill/>
        </p:spPr>
        <p:txBody>
          <a:bodyPr wrap="square" rtlCol="0">
            <a:noAutofit/>
          </a:bodyPr>
          <a:p>
            <a:pPr indent="457200" algn="just"/>
            <a:r>
              <a:rPr lang="vi-VN" altLang="en-US" sz="2800"/>
              <a:t>“Hàng năm, công nghệ mới luôn được phát triển và thể hiện tầm quan trọng của nó đối với cuộc sống. Các doanh nghiệp cũng thay đổi theo hướng cập nhật công nghệ thông tin và yêu cầu sụe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vi-VN" altLang="en-US" sz="2800"/>
          </a:p>
        </p:txBody>
      </p:sp>
      <p:pic>
        <p:nvPicPr>
          <p:cNvPr id="14" name="Picture 13" descr="images">
            <a:hlinkClick r:id="rId3" tooltip="" action="ppaction://hlinksldjump"/>
          </p:cNvPr>
          <p:cNvPicPr>
            <a:picLocks noChangeAspect="1"/>
          </p:cNvPicPr>
          <p:nvPr/>
        </p:nvPicPr>
        <p:blipFill>
          <a:blip r:embed="rId4"/>
          <a:srcRect l="6512" t="6775" r="5202" b="6150"/>
          <a:stretch>
            <a:fillRect/>
          </a:stretch>
        </p:blipFill>
        <p:spPr>
          <a:xfrm>
            <a:off x="10934065" y="154305"/>
            <a:ext cx="1080135" cy="899795"/>
          </a:xfrm>
          <a:prstGeom prst="ellipse">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399">
        <p14:doors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776675" y="1433265"/>
            <a:ext cx="10969200" cy="705600"/>
          </a:xfrm>
        </p:spPr>
        <p:txBody>
          <a:bodyPr>
            <a:noAutofit/>
          </a:bodyPr>
          <a:p>
            <a:r>
              <a:rPr lang="vi-VN" altLang="en-US" sz="3200"/>
              <a:t>Ví dụ minh chứng một vấn đề</a:t>
            </a:r>
            <a:endParaRPr lang="vi-VN" altLang="en-US" sz="3200"/>
          </a:p>
        </p:txBody>
      </p:sp>
      <p:sp>
        <p:nvSpPr>
          <p:cNvPr id="3" name="Content Placeholder 2"/>
          <p:cNvSpPr>
            <a:spLocks noGrp="1"/>
          </p:cNvSpPr>
          <p:nvPr>
            <p:ph idx="1"/>
            <p:custDataLst>
              <p:tags r:id="rId2"/>
            </p:custDataLst>
          </p:nvPr>
        </p:nvSpPr>
        <p:spPr>
          <a:xfrm>
            <a:off x="440055" y="2192020"/>
            <a:ext cx="11137265" cy="504825"/>
          </a:xfrm>
        </p:spPr>
        <p:txBody>
          <a:bodyPr anchor="t" anchorCtr="0">
            <a:noAutofit/>
          </a:bodyPr>
          <a:p>
            <a:pPr marL="457200">
              <a:lnSpc>
                <a:spcPct val="100000"/>
              </a:lnSpc>
              <a:spcBef>
                <a:spcPts val="0"/>
              </a:spcBef>
              <a:spcAft>
                <a:spcPct val="0"/>
              </a:spcAft>
            </a:pPr>
            <a:r>
              <a:rPr lang="vi-VN" altLang="en-US">
                <a:solidFill>
                  <a:schemeClr val="tx1"/>
                </a:solidFill>
              </a:rPr>
              <a:t>Bảng thông kê kết quả tuyển </a:t>
            </a:r>
            <a:r>
              <a:rPr lang="vi-VN" altLang="en-US">
                <a:solidFill>
                  <a:schemeClr val="tx1"/>
                </a:solidFill>
              </a:rPr>
              <a:t>sinh 2020</a:t>
            </a:r>
            <a:endParaRPr lang="vi-VN" altLang="en-US">
              <a:solidFill>
                <a:schemeClr val="tx1"/>
              </a:solidFill>
            </a:endParaRPr>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graphicFrame>
        <p:nvGraphicFramePr>
          <p:cNvPr id="5" name="Table 4"/>
          <p:cNvGraphicFramePr/>
          <p:nvPr>
            <p:custDataLst>
              <p:tags r:id="rId3"/>
            </p:custDataLst>
          </p:nvPr>
        </p:nvGraphicFramePr>
        <p:xfrm>
          <a:off x="1197610" y="2696845"/>
          <a:ext cx="9573260" cy="3657600"/>
        </p:xfrm>
        <a:graphic>
          <a:graphicData uri="http://schemas.openxmlformats.org/drawingml/2006/table">
            <a:tbl>
              <a:tblPr firstRow="1" bandRow="1">
                <a:tableStyleId>{5940675A-B579-460E-94D1-54222C63F5DA}</a:tableStyleId>
              </a:tblPr>
              <a:tblGrid>
                <a:gridCol w="6153150"/>
                <a:gridCol w="3420110"/>
              </a:tblGrid>
              <a:tr h="365760">
                <a:tc>
                  <a:txBody>
                    <a:bodyPr/>
                    <a:p>
                      <a:pPr>
                        <a:buNone/>
                      </a:pPr>
                      <a:r>
                        <a:rPr lang="vi-VN" altLang="en-US" sz="1800" b="1">
                          <a:latin typeface="Times New Roman Bold" panose="02020603050405020304" charset="0"/>
                          <a:cs typeface="Times New Roman Bold" panose="02020603050405020304" charset="0"/>
                        </a:rPr>
                        <a:t>Tên ngành/ chuyên ngành</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s</a:t>
                      </a:r>
                      <a:r>
                        <a:rPr lang="vi-VN" altLang="en-US" b="1">
                          <a:latin typeface="Times New Roman Bold" panose="02020603050405020304" charset="0"/>
                          <a:cs typeface="Times New Roman Bold" panose="02020603050405020304" charset="0"/>
                        </a:rPr>
                        <a:t>ố lượng tuyển sinh</a:t>
                      </a:r>
                      <a:endParaRPr lang="vi-VN" altLang="en-US" b="1">
                        <a:latin typeface="Times New Roman Bold" panose="02020603050405020304" charset="0"/>
                        <a:cs typeface="Times New Roman Bold" panose="02020603050405020304" charset="0"/>
                      </a:endParaRPr>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Công nghệ thông tin</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272</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Công nghệ thông tin - CLC</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144</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Công nghệ thông tin - HA</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75</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Mạng máy tính và tryền thông dữ liệu</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149</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Kỹ thuật phần mềm</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266</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Hệ thống thông tin</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135</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Khoa học máy tính</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178</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Tin học ứng dụng</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32</a:t>
                      </a:r>
                      <a:endParaRPr lang="vi-VN" altLang="en-US"/>
                    </a:p>
                  </a:txBody>
                  <a:tcPr>
                    <a:solidFill>
                      <a:schemeClr val="bg1"/>
                    </a:solidFill>
                  </a:tcPr>
                </a:tc>
              </a:tr>
              <a:tr h="365760">
                <a:tc>
                  <a:txBody>
                    <a:bodyPr/>
                    <a:p>
                      <a:pPr>
                        <a:buNone/>
                      </a:pPr>
                      <a:r>
                        <a:rPr lang="vi-VN" altLang="en-US" sz="1800" b="1">
                          <a:latin typeface="Times New Roman Bold" panose="02020603050405020304" charset="0"/>
                          <a:cs typeface="Times New Roman Bold" panose="02020603050405020304" charset="0"/>
                        </a:rPr>
                        <a:t>Tổng</a:t>
                      </a:r>
                      <a:endParaRPr lang="vi-VN" altLang="en-US" sz="1800" b="1">
                        <a:latin typeface="Times New Roman Bold" panose="02020603050405020304" charset="0"/>
                        <a:cs typeface="Times New Roman Bold" panose="02020603050405020304" charset="0"/>
                      </a:endParaRPr>
                    </a:p>
                  </a:txBody>
                  <a:tcPr>
                    <a:solidFill>
                      <a:schemeClr val="bg1"/>
                    </a:solidFill>
                  </a:tcPr>
                </a:tc>
                <a:tc>
                  <a:txBody>
                    <a:bodyPr/>
                    <a:p>
                      <a:pPr algn="r">
                        <a:buNone/>
                      </a:pPr>
                      <a:r>
                        <a:rPr lang="vi-VN" altLang="en-US"/>
                        <a:t>1251</a:t>
                      </a:r>
                      <a:endParaRPr lang="vi-VN" altLang="en-US"/>
                    </a:p>
                  </a:txBody>
                  <a:tcPr>
                    <a:solidFill>
                      <a:schemeClr val="bg1"/>
                    </a:solidFill>
                  </a:tcPr>
                </a:tc>
              </a:tr>
            </a:tbl>
          </a:graphicData>
        </a:graphic>
      </p:graphicFrame>
      <p:pic>
        <p:nvPicPr>
          <p:cNvPr id="14" name="Picture 13" descr="images">
            <a:hlinkClick r:id="rId4" tooltip="" action="ppaction://hlinksldjump"/>
          </p:cNvPr>
          <p:cNvPicPr>
            <a:picLocks noChangeAspect="1"/>
          </p:cNvPicPr>
          <p:nvPr/>
        </p:nvPicPr>
        <p:blipFill>
          <a:blip r:embed="rId5"/>
          <a:srcRect l="6512" t="6775" r="5202" b="6150"/>
          <a:stretch>
            <a:fillRect/>
          </a:stretch>
        </p:blipFill>
        <p:spPr>
          <a:xfrm>
            <a:off x="10934065" y="154305"/>
            <a:ext cx="1080135" cy="899795"/>
          </a:xfrm>
          <a:prstGeom prst="ellipse">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TABLE_ENDDRAG_ORIGIN_RECT" val="475*263"/>
  <p:tag name="TABLE_ENDDRAG_RECT" val="96*224*475*263"/>
</p:tagLst>
</file>

<file path=ppt/tags/tag8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1561</Words>
  <Application>WPS Sheets</Application>
  <PresentationFormat>Widescreen</PresentationFormat>
  <Paragraphs>110</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Wingdings</vt:lpstr>
      <vt:lpstr>Helvetica Neue</vt:lpstr>
      <vt:lpstr>Microsoft YaHei</vt:lpstr>
      <vt:lpstr>汉仪旗黑</vt:lpstr>
      <vt:lpstr>Arial Unicode MS</vt:lpstr>
      <vt:lpstr>Calibri</vt:lpstr>
      <vt:lpstr>Times New Roman</vt:lpstr>
      <vt:lpstr>宋体-简</vt:lpstr>
      <vt:lpstr>Helvetica Neue Regular</vt:lpstr>
      <vt:lpstr>Times New Roman Bold</vt:lpstr>
      <vt:lpstr>WPS</vt:lpstr>
      <vt:lpstr>PowerPoint 演示文稿</vt:lpstr>
      <vt:lpstr>PowerPoint 演示文稿</vt:lpstr>
      <vt:lpstr>Giới thiệu</vt:lpstr>
      <vt:lpstr>Giới thiệu</vt:lpstr>
      <vt:lpstr>Giới thiệu</vt:lpstr>
      <vt:lpstr>PowerPoint 演示文稿</vt:lpstr>
      <vt:lpstr>Giới thiệu</vt:lpstr>
      <vt:lpstr>Ví dụ: sử dụng một đoạn trích dẫn khi giới thiệu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mac</dc:creator>
  <cp:lastModifiedBy>mac</cp:lastModifiedBy>
  <cp:revision>2</cp:revision>
  <dcterms:created xsi:type="dcterms:W3CDTF">2026-09-23T16:35:55Z</dcterms:created>
  <dcterms:modified xsi:type="dcterms:W3CDTF">2026-09-23T16:35:55Z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66DEE31B9826583F70E4B36ACBAC8A29_41</vt:lpwstr>
  </property>
</Properties>
</file>